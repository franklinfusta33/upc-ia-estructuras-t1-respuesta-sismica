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 dirty="0">
                <a:solidFill>
                  <a:srgbClr val="134363"/>
                </a:solidFill>
              </a:rPr>
              <a:t>T1 | </a:t>
            </a:r>
            <a:r>
              <a:rPr sz="2900" b="1" dirty="0" err="1">
                <a:solidFill>
                  <a:srgbClr val="134363"/>
                </a:solidFill>
              </a:rPr>
              <a:t>Aplicaciones</a:t>
            </a:r>
            <a:r>
              <a:rPr sz="2900" b="1" dirty="0">
                <a:solidFill>
                  <a:srgbClr val="134363"/>
                </a:solidFill>
              </a:rPr>
              <a:t> de IA </a:t>
            </a:r>
            <a:r>
              <a:rPr sz="2900" b="1" dirty="0" err="1">
                <a:solidFill>
                  <a:srgbClr val="134363"/>
                </a:solidFill>
              </a:rPr>
              <a:t>en</a:t>
            </a:r>
            <a:r>
              <a:rPr sz="2900" b="1" dirty="0">
                <a:solidFill>
                  <a:srgbClr val="134363"/>
                </a:solidFill>
              </a:rPr>
              <a:t> </a:t>
            </a:r>
            <a:r>
              <a:rPr sz="2900" b="1" dirty="0" err="1">
                <a:solidFill>
                  <a:srgbClr val="134363"/>
                </a:solidFill>
              </a:rPr>
              <a:t>Estructuras</a:t>
            </a:r>
            <a:endParaRPr sz="2900" b="1" dirty="0">
              <a:solidFill>
                <a:srgbClr val="13436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Predicción</a:t>
            </a:r>
            <a:r>
              <a:rPr dirty="0"/>
              <a:t> del </a:t>
            </a:r>
            <a:r>
              <a:rPr dirty="0" err="1"/>
              <a:t>desplazamiento</a:t>
            </a:r>
            <a:r>
              <a:rPr dirty="0"/>
              <a:t> </a:t>
            </a:r>
            <a:r>
              <a:rPr dirty="0" err="1"/>
              <a:t>espectral</a:t>
            </a:r>
            <a:r>
              <a:rPr dirty="0"/>
              <a:t> </a:t>
            </a:r>
            <a:r>
              <a:rPr dirty="0" err="1"/>
              <a:t>sísmico</a:t>
            </a:r>
            <a:r>
              <a:rPr dirty="0"/>
              <a:t> con Machine Learning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Fuente </a:t>
            </a:r>
            <a:r>
              <a:rPr dirty="0" err="1"/>
              <a:t>propuesta</a:t>
            </a:r>
            <a:r>
              <a:rPr dirty="0"/>
              <a:t>: PEER NGA-West2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Integrantes</a:t>
            </a:r>
            <a:r>
              <a:rPr dirty="0"/>
              <a:t>: </a:t>
            </a:r>
            <a:endParaRPr lang="es-PE" dirty="0"/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lang="es-PE" dirty="0"/>
              <a:t>			Franklin Fustamante - </a:t>
            </a:r>
            <a:r>
              <a:rPr lang="es-PE" sz="2100" b="1" dirty="0"/>
              <a:t>e201568658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34363"/>
                </a:solidFill>
              </a:rPr>
              <a:t>Problema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Problema</a:t>
            </a:r>
            <a:r>
              <a:rPr dirty="0"/>
              <a:t>: </a:t>
            </a:r>
            <a:r>
              <a:rPr lang="es-PE" dirty="0"/>
              <a:t>ESTIMAR DEMANDA ESPECTRAL USANDO CARACTERÍSTICAS SÍSMICAS Y DE SITIO.</a:t>
            </a:r>
            <a:r>
              <a:rPr dirty="0"/>
              <a:t> </a:t>
            </a:r>
            <a:endParaRPr lang="es-PE" dirty="0"/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Objetivo</a:t>
            </a:r>
            <a:r>
              <a:rPr dirty="0"/>
              <a:t>: </a:t>
            </a:r>
            <a:r>
              <a:rPr lang="es-PE" dirty="0"/>
              <a:t>P</a:t>
            </a:r>
            <a:r>
              <a:rPr dirty="0" err="1"/>
              <a:t>redecir</a:t>
            </a:r>
            <a:r>
              <a:rPr dirty="0"/>
              <a:t> Sd (cm) para SDOF </a:t>
            </a:r>
            <a:r>
              <a:rPr dirty="0" err="1"/>
              <a:t>elástico</a:t>
            </a:r>
            <a:r>
              <a:rPr dirty="0"/>
              <a:t> T=0.80 s, ξ=5 %.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Alcance</a:t>
            </a:r>
            <a:r>
              <a:rPr dirty="0"/>
              <a:t>: NO se </a:t>
            </a:r>
            <a:r>
              <a:rPr dirty="0" err="1"/>
              <a:t>predice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</a:t>
            </a:r>
            <a:r>
              <a:rPr dirty="0" err="1"/>
              <a:t>deriva</a:t>
            </a:r>
            <a:r>
              <a:rPr dirty="0"/>
              <a:t> de un </a:t>
            </a:r>
            <a:r>
              <a:rPr dirty="0" err="1"/>
              <a:t>edificio</a:t>
            </a:r>
            <a:r>
              <a:rPr dirty="0"/>
              <a:t>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34363"/>
                </a:solidFill>
              </a:rPr>
              <a:t>Datos NGA-West2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t>•  Fuente: PEER NGA-West2 (flatfiles).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t>•  Entradas candidatas: Mw, Rrup/Rjb y Vs30.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t>•  Objetivo: Sa(T=0.80 s,5 %) → Sd, tras verificar unidades.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t>•  T1: selección de fuente; descarga y auditoría programadas para T2.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34363"/>
                </a:solidFill>
              </a:rPr>
              <a:t>Metodología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T2: </a:t>
            </a:r>
            <a:r>
              <a:rPr dirty="0" err="1"/>
              <a:t>limpieza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descripción</a:t>
            </a:r>
            <a:r>
              <a:rPr dirty="0"/>
              <a:t>, </a:t>
            </a:r>
            <a:r>
              <a:rPr dirty="0" err="1"/>
              <a:t>correlaciones</a:t>
            </a:r>
            <a:r>
              <a:rPr dirty="0"/>
              <a:t> y </a:t>
            </a:r>
            <a:r>
              <a:rPr dirty="0" err="1"/>
              <a:t>gráficas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Python.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T3: </a:t>
            </a:r>
            <a:r>
              <a:rPr dirty="0" err="1"/>
              <a:t>línea</a:t>
            </a:r>
            <a:r>
              <a:rPr dirty="0"/>
              <a:t> base, </a:t>
            </a:r>
            <a:r>
              <a:rPr dirty="0" err="1"/>
              <a:t>regresión</a:t>
            </a:r>
            <a:r>
              <a:rPr dirty="0"/>
              <a:t> lineal y Random Forest.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separada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EVENTOS </a:t>
            </a:r>
            <a:r>
              <a:rPr dirty="0" err="1"/>
              <a:t>sísmicos</a:t>
            </a:r>
            <a:r>
              <a:rPr dirty="0"/>
              <a:t> para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fuga</a:t>
            </a:r>
            <a:r>
              <a:rPr dirty="0"/>
              <a:t> de </a:t>
            </a:r>
            <a:r>
              <a:rPr dirty="0" err="1"/>
              <a:t>información</a:t>
            </a:r>
            <a:r>
              <a:rPr dirty="0"/>
              <a:t>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Métricas</a:t>
            </a:r>
            <a:r>
              <a:rPr dirty="0"/>
              <a:t>: MAE, RMSE </a:t>
            </a:r>
            <a:r>
              <a:rPr dirty="0" err="1"/>
              <a:t>en</a:t>
            </a:r>
            <a:r>
              <a:rPr dirty="0"/>
              <a:t> cm y R².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1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34363"/>
                </a:solidFill>
              </a:rPr>
              <a:t>Marco PCS — VDS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515600" cy="1626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Predictibilidad</a:t>
            </a:r>
            <a:r>
              <a:rPr dirty="0"/>
              <a:t>: </a:t>
            </a:r>
            <a:r>
              <a:rPr lang="es-PE" dirty="0"/>
              <a:t>E</a:t>
            </a:r>
            <a:r>
              <a:rPr dirty="0" err="1"/>
              <a:t>valuar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</a:t>
            </a:r>
            <a:r>
              <a:rPr dirty="0" err="1"/>
              <a:t>nunca</a:t>
            </a:r>
            <a:r>
              <a:rPr dirty="0"/>
              <a:t> vistos y </a:t>
            </a:r>
            <a:r>
              <a:rPr dirty="0" err="1"/>
              <a:t>comparar</a:t>
            </a:r>
            <a:r>
              <a:rPr dirty="0"/>
              <a:t> con </a:t>
            </a:r>
            <a:r>
              <a:rPr dirty="0" err="1"/>
              <a:t>línea</a:t>
            </a:r>
            <a:r>
              <a:rPr dirty="0"/>
              <a:t> base.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Computabilidad</a:t>
            </a:r>
            <a:r>
              <a:rPr dirty="0"/>
              <a:t>: Python + pandas + scikit-learn; </a:t>
            </a:r>
            <a:r>
              <a:rPr dirty="0" err="1"/>
              <a:t>procesamiento</a:t>
            </a:r>
            <a:r>
              <a:rPr dirty="0"/>
              <a:t> </a:t>
            </a:r>
            <a:r>
              <a:rPr dirty="0" err="1"/>
              <a:t>factible</a:t>
            </a:r>
            <a:r>
              <a:rPr dirty="0"/>
              <a:t>.</a:t>
            </a:r>
          </a:p>
          <a:p>
            <a:pPr>
              <a:spcAft>
                <a:spcPts val="2200"/>
              </a:spcAft>
              <a:defRPr sz="2100">
                <a:solidFill>
                  <a:srgbClr val="212F3C"/>
                </a:solidFill>
              </a:defRPr>
            </a:pPr>
            <a:r>
              <a:rPr dirty="0"/>
              <a:t>•  </a:t>
            </a:r>
            <a:r>
              <a:rPr dirty="0" err="1"/>
              <a:t>Estabilidad</a:t>
            </a:r>
            <a:r>
              <a:rPr dirty="0"/>
              <a:t>: </a:t>
            </a:r>
            <a:r>
              <a:rPr dirty="0" err="1"/>
              <a:t>cambiar</a:t>
            </a:r>
            <a:r>
              <a:rPr dirty="0"/>
              <a:t> </a:t>
            </a:r>
            <a:r>
              <a:rPr dirty="0" err="1"/>
              <a:t>particiones</a:t>
            </a:r>
            <a:r>
              <a:rPr dirty="0"/>
              <a:t>, </a:t>
            </a:r>
            <a:r>
              <a:rPr dirty="0" err="1"/>
              <a:t>filtros</a:t>
            </a:r>
            <a:r>
              <a:rPr dirty="0"/>
              <a:t> y variables; </a:t>
            </a:r>
            <a:r>
              <a:rPr dirty="0" err="1"/>
              <a:t>comprobar</a:t>
            </a:r>
            <a:r>
              <a:rPr dirty="0"/>
              <a:t> </a:t>
            </a:r>
            <a:r>
              <a:rPr dirty="0" err="1"/>
              <a:t>robustez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717E"/>
                </a:solidFill>
              </a:defRPr>
            </a:pPr>
            <a:r>
              <a:t>UPC · Aplicaciones de IA en Estructuras                                       5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282</Words>
  <Application>Microsoft Office PowerPoint</Application>
  <PresentationFormat>Panorámica</PresentationFormat>
  <Paragraphs>28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Franklin Fustamante</cp:lastModifiedBy>
  <cp:revision>3</cp:revision>
  <dcterms:created xsi:type="dcterms:W3CDTF">2013-01-27T09:14:16Z</dcterms:created>
  <dcterms:modified xsi:type="dcterms:W3CDTF">2026-10-28T02:46:50Z</dcterms:modified>
  <cp:category/>
</cp:coreProperties>
</file>