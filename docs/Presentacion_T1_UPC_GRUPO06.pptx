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134363"/>
                </a:solidFill>
              </a:rPr>
              <a:t>T1 | </a:t>
            </a:r>
            <a:r>
              <a:rPr sz="2900" b="1" dirty="0" err="1">
                <a:solidFill>
                  <a:srgbClr val="134363"/>
                </a:solidFill>
              </a:rPr>
              <a:t>Aplicaciones</a:t>
            </a:r>
            <a:r>
              <a:rPr sz="2900" b="1" dirty="0">
                <a:solidFill>
                  <a:srgbClr val="134363"/>
                </a:solidFill>
              </a:rPr>
              <a:t> de IA </a:t>
            </a:r>
            <a:r>
              <a:rPr sz="2900" b="1" dirty="0" err="1">
                <a:solidFill>
                  <a:srgbClr val="134363"/>
                </a:solidFill>
              </a:rPr>
              <a:t>en</a:t>
            </a:r>
            <a:r>
              <a:rPr sz="2900" b="1" dirty="0">
                <a:solidFill>
                  <a:srgbClr val="134363"/>
                </a:solidFill>
              </a:rPr>
              <a:t> </a:t>
            </a:r>
            <a:r>
              <a:rPr sz="2900" b="1" dirty="0" err="1">
                <a:solidFill>
                  <a:srgbClr val="134363"/>
                </a:solidFill>
              </a:rPr>
              <a:t>Estructuras</a:t>
            </a:r>
            <a:endParaRPr sz="2900" b="1" dirty="0">
              <a:solidFill>
                <a:srgbClr val="1343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65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Predicción</a:t>
            </a:r>
            <a:r>
              <a:rPr dirty="0"/>
              <a:t> del </a:t>
            </a:r>
            <a:r>
              <a:rPr dirty="0" err="1"/>
              <a:t>desplazamiento</a:t>
            </a:r>
            <a:r>
              <a:rPr dirty="0"/>
              <a:t> </a:t>
            </a:r>
            <a:r>
              <a:rPr dirty="0" err="1"/>
              <a:t>espectral</a:t>
            </a:r>
            <a:r>
              <a:rPr dirty="0"/>
              <a:t> </a:t>
            </a:r>
            <a:r>
              <a:rPr dirty="0" err="1"/>
              <a:t>sísmico</a:t>
            </a:r>
            <a:r>
              <a:rPr dirty="0"/>
              <a:t> con Machine Learning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Fuente </a:t>
            </a:r>
            <a:r>
              <a:rPr dirty="0" err="1"/>
              <a:t>propuesta</a:t>
            </a:r>
            <a:r>
              <a:rPr dirty="0"/>
              <a:t>: PEER NGA-West2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Integrantes</a:t>
            </a:r>
            <a:r>
              <a:rPr dirty="0"/>
              <a:t>: </a:t>
            </a:r>
            <a:endParaRPr lang="es-PE" dirty="0"/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lang="es-PE" dirty="0"/>
              <a:t>			Franklin Fustamante - </a:t>
            </a:r>
            <a:r>
              <a:rPr lang="es-PE" sz="2100" b="1" dirty="0"/>
              <a:t>e201568658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lang="es-PE" sz="2100" b="1" dirty="0"/>
              <a:t>			</a:t>
            </a:r>
            <a:r>
              <a:rPr lang="es-PE" sz="2100" dirty="0"/>
              <a:t>Carlos David Vargas </a:t>
            </a:r>
            <a:r>
              <a:rPr lang="es-PE" sz="2100" dirty="0" err="1"/>
              <a:t>Marin</a:t>
            </a:r>
            <a:r>
              <a:rPr lang="es-PE" sz="2100" dirty="0"/>
              <a:t> - </a:t>
            </a:r>
            <a:r>
              <a:rPr lang="es-PE" sz="2100" b="1" dirty="0"/>
              <a:t>e202527282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lang="es-PE" sz="2100" b="1" dirty="0"/>
              <a:t>			</a:t>
            </a:r>
            <a:r>
              <a:rPr lang="es-PE" sz="2100" dirty="0"/>
              <a:t>Abrahán </a:t>
            </a:r>
            <a:r>
              <a:rPr lang="es-PE" sz="2100" dirty="0" err="1"/>
              <a:t>Ramirez</a:t>
            </a:r>
            <a:r>
              <a:rPr lang="es-PE" sz="2100" dirty="0"/>
              <a:t> More - </a:t>
            </a:r>
            <a:r>
              <a:rPr lang="es-PE" sz="2100" b="1" dirty="0"/>
              <a:t>e202527900 </a:t>
            </a:r>
          </a:p>
          <a:p>
            <a:pPr lvl="3"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lang="es-PE" sz="2100" dirty="0" err="1"/>
              <a:t>Jheremy</a:t>
            </a:r>
            <a:r>
              <a:rPr lang="es-PE" sz="2100" dirty="0"/>
              <a:t> Richard </a:t>
            </a:r>
            <a:r>
              <a:rPr lang="es-PE" sz="2100" dirty="0" err="1"/>
              <a:t>Molleapaza</a:t>
            </a:r>
            <a:r>
              <a:rPr lang="es-PE" sz="2100" dirty="0"/>
              <a:t> Infantes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endParaRPr b="1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Problema</a:t>
            </a:r>
            <a:r>
              <a:rPr dirty="0"/>
              <a:t>: </a:t>
            </a:r>
            <a:r>
              <a:rPr lang="es-PE" dirty="0"/>
              <a:t>ESTIMAR DEMANDA ESPECTRAL USANDO CARACTERÍSTICAS SÍSMICAS Y DE SITIO.</a:t>
            </a:r>
            <a:r>
              <a:rPr dirty="0"/>
              <a:t> </a:t>
            </a:r>
            <a:endParaRPr lang="es-PE" dirty="0"/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Objetivo</a:t>
            </a:r>
            <a:r>
              <a:rPr dirty="0"/>
              <a:t>: </a:t>
            </a:r>
            <a:r>
              <a:rPr lang="es-PE" dirty="0"/>
              <a:t>P</a:t>
            </a:r>
            <a:r>
              <a:rPr dirty="0" err="1"/>
              <a:t>redecir</a:t>
            </a:r>
            <a:r>
              <a:rPr dirty="0"/>
              <a:t> Sd (cm) para SDOF </a:t>
            </a:r>
            <a:r>
              <a:rPr dirty="0" err="1"/>
              <a:t>elástico</a:t>
            </a:r>
            <a:r>
              <a:rPr dirty="0"/>
              <a:t> T=0.80 s, ξ=5 %.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Alcance</a:t>
            </a:r>
            <a:r>
              <a:rPr dirty="0"/>
              <a:t>: NO se </a:t>
            </a:r>
            <a:r>
              <a:rPr dirty="0" err="1"/>
              <a:t>predice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deriva</a:t>
            </a:r>
            <a:r>
              <a:rPr dirty="0"/>
              <a:t> de un </a:t>
            </a:r>
            <a:r>
              <a:rPr dirty="0" err="1"/>
              <a:t>edificio</a:t>
            </a:r>
            <a:r>
              <a:rPr dirty="0"/>
              <a:t>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Datos NGA-West2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Fuente: PEER NGA-West2 (flatfiles).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Entradas candidatas: Mw, Rrup/Rjb y Vs30.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Objetivo: Sa(T=0.80 s,5 %) → Sd, tras verificar unidades.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T1: selección de fuente; descarga y auditoría programadas para T2.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Metodología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T2: </a:t>
            </a:r>
            <a:r>
              <a:rPr dirty="0" err="1"/>
              <a:t>limpieza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descripción</a:t>
            </a:r>
            <a:r>
              <a:rPr dirty="0"/>
              <a:t>, </a:t>
            </a:r>
            <a:r>
              <a:rPr dirty="0" err="1"/>
              <a:t>correlaciones</a:t>
            </a:r>
            <a:r>
              <a:rPr dirty="0"/>
              <a:t> y </a:t>
            </a:r>
            <a:r>
              <a:rPr dirty="0" err="1"/>
              <a:t>gráficas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Python.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T3: </a:t>
            </a:r>
            <a:r>
              <a:rPr dirty="0" err="1"/>
              <a:t>línea</a:t>
            </a:r>
            <a:r>
              <a:rPr dirty="0"/>
              <a:t> base, </a:t>
            </a:r>
            <a:r>
              <a:rPr dirty="0" err="1"/>
              <a:t>regresión</a:t>
            </a:r>
            <a:r>
              <a:rPr dirty="0"/>
              <a:t> lineal y Random Forest.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separada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EVENTOS </a:t>
            </a:r>
            <a:r>
              <a:rPr dirty="0" err="1"/>
              <a:t>sísmicos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fuga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Métricas</a:t>
            </a:r>
            <a:r>
              <a:rPr dirty="0"/>
              <a:t>: MAE, RMSE </a:t>
            </a:r>
            <a:r>
              <a:rPr dirty="0" err="1"/>
              <a:t>en</a:t>
            </a:r>
            <a:r>
              <a:rPr dirty="0"/>
              <a:t> cm y R².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Marco PCS — VDS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Predictibilidad</a:t>
            </a:r>
            <a:r>
              <a:rPr dirty="0"/>
              <a:t>: </a:t>
            </a:r>
            <a:r>
              <a:rPr lang="es-PE" dirty="0"/>
              <a:t>E</a:t>
            </a:r>
            <a:r>
              <a:rPr dirty="0" err="1"/>
              <a:t>valuar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vistos y </a:t>
            </a:r>
            <a:r>
              <a:rPr dirty="0" err="1"/>
              <a:t>comparar</a:t>
            </a:r>
            <a:r>
              <a:rPr dirty="0"/>
              <a:t> con </a:t>
            </a:r>
            <a:r>
              <a:rPr dirty="0" err="1"/>
              <a:t>línea</a:t>
            </a:r>
            <a:r>
              <a:rPr dirty="0"/>
              <a:t> base.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Computabilidad</a:t>
            </a:r>
            <a:r>
              <a:rPr dirty="0"/>
              <a:t>: Python + pandas + scikit-learn; </a:t>
            </a:r>
            <a:r>
              <a:rPr dirty="0" err="1"/>
              <a:t>procesamiento</a:t>
            </a:r>
            <a:r>
              <a:rPr dirty="0"/>
              <a:t> </a:t>
            </a:r>
            <a:r>
              <a:rPr dirty="0" err="1"/>
              <a:t>factible</a:t>
            </a:r>
            <a:r>
              <a:rPr dirty="0"/>
              <a:t>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Estabilidad</a:t>
            </a:r>
            <a:r>
              <a:rPr dirty="0"/>
              <a:t>: </a:t>
            </a:r>
            <a:r>
              <a:rPr dirty="0" err="1"/>
              <a:t>cambiar</a:t>
            </a:r>
            <a:r>
              <a:rPr dirty="0"/>
              <a:t> </a:t>
            </a:r>
            <a:r>
              <a:rPr dirty="0" err="1"/>
              <a:t>particiones</a:t>
            </a:r>
            <a:r>
              <a:rPr dirty="0"/>
              <a:t>, </a:t>
            </a:r>
            <a:r>
              <a:rPr dirty="0" err="1"/>
              <a:t>filtros</a:t>
            </a:r>
            <a:r>
              <a:rPr dirty="0"/>
              <a:t> y variables; </a:t>
            </a:r>
            <a:r>
              <a:rPr dirty="0" err="1"/>
              <a:t>comprobar</a:t>
            </a:r>
            <a:r>
              <a:rPr dirty="0"/>
              <a:t> </a:t>
            </a:r>
            <a:r>
              <a:rPr dirty="0" err="1"/>
              <a:t>robustez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5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303</Words>
  <Application>Microsoft Office PowerPoint</Application>
  <PresentationFormat>Panorámica</PresentationFormat>
  <Paragraphs>31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Franklin Fustamante</cp:lastModifiedBy>
  <cp:revision>5</cp:revision>
  <dcterms:created xsi:type="dcterms:W3CDTF">2013-01-27T09:14:16Z</dcterms:created>
  <dcterms:modified xsi:type="dcterms:W3CDTF">2026-10-28T04:15:55Z</dcterms:modified>
  <cp:category/>
</cp:coreProperties>
</file>